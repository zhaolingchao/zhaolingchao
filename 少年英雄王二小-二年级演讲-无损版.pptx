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小朋友站直，微笑，然后慢慢读。放映后音乐会自动轻轻响起。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先问好，再说故事的名字。说完停一下，让大家听清楚书名。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指一指图片里的小朋友和牛。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读得慢一点。“家乡”两个字可以稍稍加重。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告诉大家：他站得高高的，是在帮叔叔们看路。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这里说的坏人，是那时候来伤害乡亲的敌人。演讲时照着幻灯片上的话读就好，不用加可怕的话。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读到“王二小真勇敢”时，可以握一下拳头，声音清楚一点。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这一页说得轻、说得慢。不要讲害怕的细节。告诉小朋友：记住他，就是感谢他。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用手指一指三件事。这三件，是二年级小朋友现在就能做到的。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说完“谢谢大家”，鞠躬。如果老师鼓掌，就微笑站好。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microsoft.com/office/2007/relationships/media" Target="../media/media1.mp3"/><Relationship Id="rId5" Type="http://schemas.openxmlformats.org/officeDocument/2006/relationships/audio" Target="../media/media1.mp3"/><Relationship Id="rId6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4279392"/>
            <a:ext cx="11320272" cy="2267712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73268" y="4407407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4535424"/>
            <a:ext cx="10625328" cy="186537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二年级  ·  红色故事演讲</a:t>
            </a:r>
          </a:p>
          <a:p>
            <a:pPr algn="ctr">
              <a:spcAft>
                <a:spcPts val="800"/>
              </a:spcAft>
            </a:pPr>
            <a:r>
              <a:rPr sz="54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少年英雄王二小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一个勇敢的小放牛娃</a:t>
            </a:r>
          </a:p>
        </p:txBody>
      </p:sp>
      <p:pic>
        <p:nvPicPr>
          <p:cNvPr id="81" name="背景音乐" descr="放映时自动播放的轻柔音乐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48288" y="164592"/>
            <a:ext cx="530352" cy="530352"/>
          </a:xfrm>
          <a:prstGeom prst="ellipse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7745" fill="hold" repeatCount="indefinite"/>
                                        <p:tgtEl>
                                          <p:spTgt spid="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42000" numSld="999" showWhenStopped="1">
                <p:cTn id="7" fill="hold" display="0" repeatCount="indefinite">
                  <p:stCondLst>
                    <p:cond delay="0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llo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92608"/>
            <a:ext cx="4709160" cy="3520440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20624"/>
            <a:ext cx="847648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4014216" cy="31181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小朋友们</a:t>
            </a:r>
          </a:p>
          <a:p>
            <a:pPr algn="l">
              <a:spcAft>
                <a:spcPts val="800"/>
              </a:spcAft>
            </a:pPr>
            <a:r>
              <a:rPr sz="36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大家好！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今天，我来讲故事。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故事的名字叫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《少年英雄王二小》。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oy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4434840"/>
            <a:ext cx="11320272" cy="2084831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" y="4562855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4690872"/>
            <a:ext cx="10625328" cy="16824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王二小是谁？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他是小山村里的小朋友。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年纪不大，心里很勇敢。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il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4434840"/>
            <a:ext cx="11320272" cy="2084831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" y="4562855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4690872"/>
            <a:ext cx="10625328" cy="16824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小小放牛郎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白天，他赶着牛儿上山。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他爱牛儿，也爱美丽的家乡。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ookou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12280" y="292608"/>
            <a:ext cx="4983480" cy="2487168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59752" y="420624"/>
            <a:ext cx="897026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59752" y="548640"/>
            <a:ext cx="4288536" cy="20848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他帮助大家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家乡遇到了危险。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他在山上帮忙看路。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th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4114800"/>
            <a:ext cx="11320272" cy="2414016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" y="4242816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4370832"/>
            <a:ext cx="10625328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他想出了办法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坏人让王二小带路。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他不哭，把坏人带进大山，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好保护村子里的乡亲。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af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65960" y="256032"/>
            <a:ext cx="8275320" cy="2331720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77840" y="384048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13432" y="512064"/>
            <a:ext cx="7580376" cy="192938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乡亲们安全了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叔叔们拦住了坏人。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爷爷奶奶和小朋友都平安了。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王二小真勇敢！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emory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89320" y="292608"/>
            <a:ext cx="5806440" cy="2880360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36792" y="420624"/>
            <a:ext cx="1045159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36792" y="548640"/>
            <a:ext cx="5111496" cy="24780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我们记住他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为了保护大家，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王二小再也回不来了。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我们永远记住这位小英雄。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ear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360" y="201168"/>
            <a:ext cx="6446520" cy="1078992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77840" y="329184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7832" y="457200"/>
            <a:ext cx="5751576" cy="67665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我要向他学习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5532120"/>
            <a:ext cx="11320272" cy="1078992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73268" y="5660136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5788152"/>
            <a:ext cx="10625328" cy="67665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① 遇事不害怕    ② 爱家乡，帮别人    ③ 做事多动脑筋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hank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148840" y="292608"/>
            <a:ext cx="7909560" cy="2267712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77840" y="420624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96312" y="548640"/>
            <a:ext cx="7214616" cy="186537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我的故事讲完啦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请大家记住：少年英雄王二小。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谢谢大家！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少年英雄王二小</dc:title>
  <dc:subject>二年级红色故事演讲</dc:subject>
  <dc:creator/>
  <cp:keywords>王二小,二年级,红色故事,演讲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儿童演讲</cp:category>
</cp:coreProperties>
</file>